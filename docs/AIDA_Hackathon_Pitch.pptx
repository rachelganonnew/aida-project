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745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958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861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345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298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805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358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075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254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146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761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17649"/>
          </a:xfrm>
        </p:spPr>
        <p:txBody>
          <a:bodyPr/>
          <a:lstStyle>
            <a:lvl1pPr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54530" y="3765449"/>
            <a:ext cx="5449871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207946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1830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2810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3496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7236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222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73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66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1000"/>
                </a:schemeClr>
              </a:gs>
              <a:gs pos="75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8000"/>
                </a:schemeClr>
              </a:gs>
              <a:gs pos="72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1296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1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achelGanonNew/AIDA-Project/blob/main/%D7%94%D7%A7%D7%9C%D7%98%D7%94%202025-08-11%20051155.mp4" TargetMode="External"/><Relationship Id="rId2" Type="http://schemas.openxmlformats.org/officeDocument/2006/relationships/hyperlink" Target="https://github.com/RachelGanonNew/AIDA-Projec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AIDA: AI-Driven DAO Analyst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t>Smarter governance. Automated execution. Cross-chain clarity.</a:t>
            </a:r>
          </a:p>
          <a:p>
            <a:r>
              <a:t>Hackathon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Problem: DAO Governance Inefficiency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Governance apathy: complex proposals, low context</a:t>
            </a:r>
          </a:p>
          <a:p>
            <a:r>
              <a:t>Manual execution of approved proposals</a:t>
            </a:r>
          </a:p>
          <a:p>
            <a:r>
              <a:t>Treasury fragmentation across multiple chains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DAOs are growing and need decision support</a:t>
            </a:r>
          </a:p>
          <a:p>
            <a:r>
              <a:t>AI can compress complexity into actionable insight</a:t>
            </a:r>
          </a:p>
          <a:p>
            <a:r>
              <a:t>Hathor Nano Contracts + EVM Bridge enable automation &amp; cross-chain 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Solution: AIDA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AI insights + automated execution + cross-chain treasury</a:t>
            </a:r>
          </a:p>
          <a:p>
            <a:r>
              <a:t>AI Backend (Python): summarize, predict outcomes, analyze risks</a:t>
            </a:r>
          </a:p>
          <a:p>
            <a:r>
              <a:t>Hathor Integration: Nano Contract executes approved proposals</a:t>
            </a:r>
          </a:p>
          <a:p>
            <a:r>
              <a:t>EVM Bridge: unified asset view</a:t>
            </a:r>
          </a:p>
          <a:p>
            <a:r>
              <a:t>Frontend Dashboard: surface insights &amp; trigger actions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 services: ai_service, hathor_service, treasury_service, proposal_service</a:t>
            </a:r>
          </a:p>
          <a:p>
            <a:r>
              <a:t>Contracts: ProposalExecutor.sol, TreasuryManager.sol</a:t>
            </a:r>
          </a:p>
          <a:p>
            <a:r>
              <a:t>Frontend: React + TypeScript dashboard</a:t>
            </a:r>
          </a:p>
          <a:p>
            <a:r>
              <a:t>Docker Compose for end-to-end demo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Backend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Proposal summarization: key points and pros/cons</a:t>
            </a:r>
          </a:p>
          <a:p>
            <a:r>
              <a:t>Outcome prediction: approval likelihood</a:t>
            </a:r>
          </a:p>
          <a:p>
            <a:r>
              <a:t>Treasury risk analysis: concentration, volatility, runway</a:t>
            </a:r>
          </a:p>
          <a:p>
            <a:r>
              <a:t>REST APIs consumed by the frontend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Hathor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Nano Contract for automated execution</a:t>
            </a:r>
          </a:p>
          <a:p>
            <a:r>
              <a:t>Triggers on-chain actions when proposals pass</a:t>
            </a:r>
          </a:p>
          <a:p>
            <a:r>
              <a:t>EVM Bridge fetches cross-chain balances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Front-End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Proposal insights: summaries, outcome prediction</a:t>
            </a:r>
          </a:p>
          <a:p>
            <a:r>
              <a:t>Treasury: cross-chain balances, risk flags</a:t>
            </a:r>
          </a:p>
          <a:p>
            <a:r>
              <a:t>Actions: trigger Nano Contract execution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Load a representative proposal</a:t>
            </a:r>
          </a:p>
          <a:p>
            <a:r>
              <a:t>AIDA generates summary, pros/cons, predictions</a:t>
            </a:r>
          </a:p>
          <a:p>
            <a:r>
              <a:t>Show treasury assessment</a:t>
            </a:r>
          </a:p>
          <a:p>
            <a:r>
              <a:t>Simulate approval → auto execution via Nano Contract</a:t>
            </a:r>
          </a:p>
          <a:p>
            <a:r>
              <a:t>Display success state &amp; audit trail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MVP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Summarization and explainability</a:t>
            </a:r>
          </a:p>
          <a:p>
            <a:r>
              <a:t>Outcome prediction with confidence</a:t>
            </a:r>
          </a:p>
          <a:p>
            <a:r>
              <a:t>Risk detection: concentration &amp; volatility</a:t>
            </a:r>
          </a:p>
          <a:p>
            <a:r>
              <a:t>One-click automated execution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&amp;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 decision time</a:t>
            </a:r>
          </a:p>
          <a:p>
            <a:r>
              <a:t>Increase participation</a:t>
            </a:r>
          </a:p>
          <a:p>
            <a:r>
              <a:t>Operational efficiency via automation</a:t>
            </a:r>
          </a:p>
          <a:p>
            <a:r>
              <a:t>Track: decision time, participation, % auto executions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Differentiation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AI-native governance vs static dashboards</a:t>
            </a:r>
          </a:p>
          <a:p>
            <a:r>
              <a:t>Hathor Nano Contracts for lightweight automation</a:t>
            </a:r>
          </a:p>
          <a:p>
            <a:r>
              <a:t>Cross-chain treasury via EVM Bridge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Guardrails: role-based triggers, dry-runs</a:t>
            </a:r>
          </a:p>
          <a:p>
            <a:r>
              <a:t>Audit trails &amp; transparency</a:t>
            </a:r>
          </a:p>
          <a:p>
            <a:r>
              <a:t>Model limitations → human-in-the-loop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Post-hackathon model refinement</a:t>
            </a:r>
          </a:p>
          <a:p>
            <a:r>
              <a:t>Expand chain coverage and analytics depth</a:t>
            </a:r>
          </a:p>
          <a:p>
            <a:r>
              <a:t>Governance plugins and advanced simulation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&amp;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Team: ML + blockchain + product</a:t>
            </a:r>
          </a:p>
          <a:p>
            <a:r>
              <a:t>Ask: feedback, pilot DAOs, grants/partners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hlinkClick r:id="rId2"/>
              </a:rPr>
              <a:t>Repo &amp; docs</a:t>
            </a:r>
            <a:endParaRPr dirty="0"/>
          </a:p>
          <a:p>
            <a:r>
              <a:rPr dirty="0">
                <a:hlinkClick r:id="rId3"/>
              </a:rPr>
              <a:t>Demo video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יונים">
  <a:themeElements>
    <a:clrScheme name="יונים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יונים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יונים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tint val="100000"/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</TotalTime>
  <Words>368</Words>
  <Application>Microsoft Office PowerPoint</Application>
  <PresentationFormat>‫הצגה על המסך (4:3)</PresentationFormat>
  <Paragraphs>69</Paragraphs>
  <Slides>16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16</vt:i4>
      </vt:variant>
    </vt:vector>
  </HeadingPairs>
  <TitlesOfParts>
    <vt:vector size="19" baseType="lpstr">
      <vt:lpstr>Century Gothic</vt:lpstr>
      <vt:lpstr>Wingdings 3</vt:lpstr>
      <vt:lpstr>יונים</vt:lpstr>
      <vt:lpstr>AIDA: AI-Driven DAO Analyst</vt:lpstr>
      <vt:lpstr>Problem: DAO Governance Inefficiency</vt:lpstr>
      <vt:lpstr>Why Now</vt:lpstr>
      <vt:lpstr>Solution: AIDA</vt:lpstr>
      <vt:lpstr>Architecture</vt:lpstr>
      <vt:lpstr>AI Backend</vt:lpstr>
      <vt:lpstr>Hathor Integration</vt:lpstr>
      <vt:lpstr>Front-End Dashboard</vt:lpstr>
      <vt:lpstr>Demo Flow</vt:lpstr>
      <vt:lpstr>MVP Features</vt:lpstr>
      <vt:lpstr>Impact &amp; Metrics</vt:lpstr>
      <vt:lpstr>Differentiation</vt:lpstr>
      <vt:lpstr>Security &amp; Risks</vt:lpstr>
      <vt:lpstr>Roadmap</vt:lpstr>
      <vt:lpstr>Team &amp; Ask</vt:lpstr>
      <vt:lpstr>Appendix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Racheli Ganon</cp:lastModifiedBy>
  <cp:revision>2</cp:revision>
  <dcterms:created xsi:type="dcterms:W3CDTF">2013-01-27T09:14:16Z</dcterms:created>
  <dcterms:modified xsi:type="dcterms:W3CDTF">2025-08-11T03:40:36Z</dcterms:modified>
  <cp:category/>
</cp:coreProperties>
</file>